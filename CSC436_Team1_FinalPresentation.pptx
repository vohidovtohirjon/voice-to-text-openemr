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Voice-to-Text for OpenEMR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2E8F0"/>
                </a:solidFill>
              </a:rPr>
              <a:t>CSC 436  ·  Spring 2026  ·  University of Arizona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</a:rPr>
              <a:t>Andy Siegel  ·  Fig Lesser  ·  Kianny Calvo  ·  Tokhirjon Vokhidov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Team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Clinicians spend 30–50 % of their workday on EHR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100">
                <a:solidFill>
                  <a:srgbClr val="FFFFFF"/>
                </a:solidFill>
              </a:rPr>
              <a:t>•  OpenEMR — a widely-used open-source EHR — has no native voice input</a:t>
            </a:r>
          </a:p>
          <a:p>
            <a:pPr algn="l">
              <a:spcBef>
                <a:spcPts val="400"/>
              </a:spcBef>
            </a:pPr>
            <a:r>
              <a:rPr sz="2100">
                <a:solidFill>
                  <a:srgbClr val="FFFFFF"/>
                </a:solidFill>
              </a:rPr>
              <a:t>•  Typing notes during a patient encounter breaks eye contact and disrupts the visit</a:t>
            </a:r>
          </a:p>
          <a:p>
            <a:pPr algn="l">
              <a:spcBef>
                <a:spcPts val="400"/>
              </a:spcBef>
            </a:pPr>
            <a:r>
              <a:rPr sz="2100">
                <a:solidFill>
                  <a:srgbClr val="FFFFFF"/>
                </a:solidFill>
              </a:rPr>
              <a:t>•  Documentation overload is a leading driver of physician burnout</a:t>
            </a:r>
          </a:p>
          <a:p>
            <a:pPr algn="l">
              <a:spcBef>
                <a:spcPts val="400"/>
              </a:spcBef>
            </a:pPr>
            <a:r>
              <a:rPr sz="2100">
                <a:solidFill>
                  <a:srgbClr val="FFFFFF"/>
                </a:solidFill>
              </a:rPr>
              <a:t>•  Existing commercial voice tools are expensive, cloud-dependent, or not integrated with OpenEMR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440680"/>
            <a:ext cx="73152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949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"The most time-consuming part of the encounter workflow is dictating the chief complaint."
— Nirav Merchant, Co-PI NSF CyVerse (stakeholder interview)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210312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🎙  Speak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Clinician speaks during the encounter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7752" y="1463040"/>
            <a:ext cx="2103120" cy="1417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15087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⚡  Transcribe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Whisper runs locally — no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5464" y="1463040"/>
            <a:ext cx="210312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15087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🧠 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6904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spaCy NLP identifies clinical entities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3176" y="1463040"/>
            <a:ext cx="2103120" cy="1417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6" y="15087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✅ 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4616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Clinician reviews &amp; approves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0888" y="1463040"/>
            <a:ext cx="210312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82328" y="15087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📋  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328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Text injected into OpenEMR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08960"/>
            <a:ext cx="112745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Chrome extension — attaches to the OpenEMR encounter page, no source-code changes required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All processing is local — no audio or patient data ever leaves the machine (HIPAA-aligned)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Confirm-before-fill safeguard — clinician reviews the transcript before anything is written to the EHR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Dual NLP: fast spaCy rule-based path + optional local Ollama LLM for conversational phrasing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Project Goal &amp;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54864" cy="10241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</a:rPr>
              <a:t>Word Error Rate (WER)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</a:rPr>
              <a:t>&lt; 10 % on a standardized clinical speech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087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Measured against publicly available medical ASR benchmarks (MedASR, MedWhisper)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54864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4ED8"/>
                </a:solidFill>
              </a:rPr>
              <a:t>Medical Terminology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529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</a:rPr>
              <a:t>&gt; 90 % on drug names, diagnoses, procedures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060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Evaluated against curated set from UMLS clinical terminology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66160"/>
            <a:ext cx="54864" cy="10241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</a:rPr>
              <a:t>Transcription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50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</a:rPr>
              <a:t>≤ 2 seconds from end of utterance to text 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033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Timed end-to-end: stop button → text appears in preview panel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663440"/>
            <a:ext cx="54864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4ED8"/>
                </a:solidFill>
              </a:rPr>
              <a:t>Offline 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474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</a:rPr>
              <a:t>Within 5 % of online accuracy and latency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8006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System runs fully without internet; comparison measured in controlled setting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Project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</a:rPr>
              <a:t>Who Uses This?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Primary care physicians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Urgent care clinicians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Outpatient specialists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 Any provider using OpenEMR for encounter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</a:rPr>
              <a:t>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Reduce documentation time — speak instead of type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Keep attention on the patient during the encounter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Lower risk of burnout from after-hours charting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463040"/>
            <a:ext cx="557784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</a:rPr>
              <a:t>Stakeholder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Nirav Merchant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23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</a:rPr>
              <a:t>Co-PI, NSF CyVerse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71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Validated 'Reason for Visit' as the highest-priority insertion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Confirmed: dictating the chief complaint is the most time-consuming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60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Requested confirm-before-fill to prevent accidental EHR writes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54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Positively called out the safety dialog in follow-up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What's Novel?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48640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63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Existing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4912" y="146304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0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90195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Nuance Dragon Medical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1901952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$$$, cloud-required, not OpenEMR-integrated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5486400" cy="6675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56946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Google/Browser Speech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569464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No medical accuracy, sends PHI to the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63824"/>
            <a:ext cx="548640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23697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EHR-vendor voice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236976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Tied to expensive proprietary EHR platforms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5486400" cy="6675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90448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Generic open-source STT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3904488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No clinical NLP, no OpenEMR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5577840" cy="5166360"/>
          </a:xfrm>
          <a:prstGeom prst="rect">
            <a:avLst/>
          </a:prstGeom>
          <a:solidFill>
            <a:srgbClr val="0C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08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2C55E"/>
                </a:solidFill>
              </a:rPr>
              <a:t>Our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0312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Free &amp; open-source — zero licensing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0604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Fully offline — no PHI leaves the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Browser extension — no OpenEMR source changes, survives EHR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1188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Medical-domain NLP — chief complaint, assessment, plan, meds, diagnoses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1148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Dual NLP engine — fast spaCy + local Ollama LLM with graceful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61772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Confirm-before-fill — patient safety built into the 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7548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</a:rPr>
              <a:t>There is no existing free, offline, OpenEMR-native voice-to-text tool with medical-domain NLP.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3200400" cy="2377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Chrome Extension
(Manifest 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content.js · scanner.js
Floating panel UI
Field detection &amp;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554480"/>
            <a:ext cx="3200400" cy="2377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6420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FastAPI ASR Service
localhost:8000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59152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/transcribe  (Whisper base)
/extract  (spaCy + Ollama)
/transcribe_and_extract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554480"/>
            <a:ext cx="3200400" cy="2377440"/>
          </a:xfrm>
          <a:prstGeom prst="rect">
            <a:avLst/>
          </a:prstGeom>
          <a:solidFill>
            <a:srgbClr val="442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66420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OpenEMR
(Docker · localhost:80)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359152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Encounter form
textarea[name="reason"]
Reason for Visit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3774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08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</a:rPr>
              <a:t>POST audio / JSON transcript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108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</a:rPr>
              <a:t>DOM injection
(no HTTP)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45743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Key Decisions:  Local Whisper — privacy + offline   ·   FastAPI — browser-callable, model-swappable   ·   Extension over PHP edits — no OpenEMR source changes   ·   CORS middleware — extension ↔ API   ·   Confirm-before-fill — patient safety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834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</a:rPr>
              <a:t>⚠  All audio and text stays on the provider's machine — no network egress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AT1 — Field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Acceptance Test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</a:rPr>
              <a:t>What we show: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1.  Open OpenEMR encounter page in Chrome with extension loaded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7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2.  Observe: extension panel appears, attached to the right of the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08375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3.  Observe: 'Reason for Visit' textarea is highlighted in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75303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4.  Navigate to login page — panel does NOT appear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52120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PASS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74519"/>
            <a:ext cx="5212080" cy="1938528"/>
          </a:xfrm>
          <a:prstGeom prst="rect">
            <a:avLst/>
          </a:prstGeom>
          <a:solidFill>
            <a:srgbClr val="0C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93852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Panel appears only on encounter / new-patient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560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Correct field (textarea[name="reason"]) is identified and highlighted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1821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Panel stays hidden on the login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AT2 — Transcript Preview &amp;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Acceptance Test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What we show: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1.  Click 'Use demo text' in the extension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7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2.  Observe: 'Patient reports headache and mild fever for two days.' appears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08375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3.  Edit the preview text directly in the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75303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4.  Observe: edits persist in the preview before any form interaction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52120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PASS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74519"/>
            <a:ext cx="5212080" cy="1938528"/>
          </a:xfrm>
          <a:prstGeom prst="rect">
            <a:avLst/>
          </a:prstGeom>
          <a:solidFill>
            <a:srgbClr val="0C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93852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Demo transcript loads instantly into the preview textarea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560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Preview text is fully editable by the clinician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1821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No text has been written to the OpenEMR form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AT3 — Confirm-Before-Fill Safeguard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Acceptance Test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</a:rPr>
              <a:t>What we show: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1.  With a transcript loaded in the preview, click 'Insert into form'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7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2.  Observe: browser confirmation dialog appears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08375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3.  Dialog shows the proposed text AND the target field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75303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4.  Click Cancel — observe that the OpenEMR form is unchanged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52120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PASS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74519"/>
            <a:ext cx="5212080" cy="1938528"/>
          </a:xfrm>
          <a:prstGeom prst="rect">
            <a:avLst/>
          </a:prstGeom>
          <a:solidFill>
            <a:srgbClr val="0C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93852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Confirmation dialog fires before any DOM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560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Proposed text and field name are visible to the clinician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1821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Cancelling leaves the OpenEMR form exactly as it was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AT4 — Successful Field Insertion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Acceptance Test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What we show: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1.  With transcript in preview, click 'Insert into form', then confirm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7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2.  Observe: transcript text appears in the 'Reason for Visit' textarea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08375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3.  Verify: no other form fields (date, checkboxes, selects) were modified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75303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4.  Optionally: save the encounter and verify the text persists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52120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PASS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74519"/>
            <a:ext cx="5212080" cy="1938528"/>
          </a:xfrm>
          <a:prstGeom prst="rect">
            <a:avLst/>
          </a:prstGeom>
          <a:solidFill>
            <a:srgbClr val="0C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93852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Field value matches transcript exactly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560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No other OpenEMR fields are modified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1821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Text triggers React-compatible input/change/blur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AT5 — Real Microphone Transcription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Acceptance Test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</a:rPr>
              <a:t>What we show: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1.  Click 'Start mic' — browser prompts for microphone permission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7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2.  Speak: 'Patient presents with shortness of breath and chest tightness'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08375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3.  Click 'Stop' — observe recording pulse stops, status shows 'Transcribing'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75303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4.  Observe: Whisper transcript appears in preview panel within ~2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42231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5.  (Optional) Show terminal: POST /transcribe_and_extract → NLP entities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463040"/>
            <a:ext cx="52120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PASS 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874519"/>
            <a:ext cx="5212080" cy="1938528"/>
          </a:xfrm>
          <a:prstGeom prst="rect">
            <a:avLst/>
          </a:prstGeom>
          <a:solidFill>
            <a:srgbClr val="0C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3852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Transcript matches spoken phrase (WER &lt; 10% for clear speech)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560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Text appears in the preview within 2 seconds of pressing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1821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NLP /extract correctly identifies chief_complaint entity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Special Accomplishments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54864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</a:rPr>
              <a:t>End-to-End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05740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Voice → Whisper → NLP → OpenEMR field insertion — fully working in 3 iterations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4864" cy="1417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4592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Dual NLP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05740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spaCy fast path (&lt;100ms) + Ollama LLM option with graceful fallback; runs on any hardware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54864" cy="1417320"/>
          </a:xfrm>
          <a:prstGeom prst="rect">
            <a:avLst/>
          </a:prstGeom>
          <a:solidFill>
            <a:srgbClr val="442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20040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259B"/>
                </a:solidFill>
              </a:rPr>
              <a:t>Zero OpenEMR Source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61188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Extension attaches non-invasively — no PHP edits, no fork, survives OpenEMR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54864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20040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</a:rPr>
              <a:t>Stakeholder-Validated Safety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61188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Confirm-before-fill proposed by the team, then explicitly validated by Nirav Merchant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54864" cy="1417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7548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Docker-Based Local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16636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Full OpenEMR + FastAPI environment reproducible on any team member's machine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663440"/>
            <a:ext cx="54864" cy="1417320"/>
          </a:xfrm>
          <a:prstGeom prst="rect">
            <a:avLst/>
          </a:prstGeom>
          <a:solidFill>
            <a:srgbClr val="442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7548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259B"/>
                </a:solidFill>
              </a:rPr>
              <a:t>CORS-Enabled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16636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FastAPI service correctly handles cross-origin requests from Chrome extension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</a:rPr>
              <a:t>Medical Terminology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476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Whisper base model struggles with drug names and clinical procedures — visibly lower accuracy on jargon. Model evaluation (MedASR / MedWhisper) is planned.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</a:rPr>
              <a:t>Scoping Under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Team faced serious personal circumstances mid-project. Deliberately narrowed MVP to one field (Reason for Visit) to deliver something real and demo-able.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4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</a:rPr>
              <a:t>Three-Part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1655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Chrome extension + local FastAPI + Dockerized OpenEMR must all run simultaneously. Mid-sprint integration checkpoints (Wednesdays) caught a critical API response mismatch early.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1208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257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</a:rPr>
              <a:t>No Automated Test Suite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5099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All testing was manual end-to-end. Automated acceptance tests tied to WER / accuracy / latency criteria are the first deliverable in the next sprint.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Final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</a:rPr>
              <a:t>Local AI in Healthcare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476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The full pipeline — microphone → Whisper → NLP → EHR field — runs entirely on the provider's machine. No cloud, no subscription, HIPAA-aligned by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731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4ED8"/>
                </a:solidFill>
              </a:rPr>
              <a:t>Scope Aggressively, Ship Something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Narrowing to a single customer-validated field (Reason for Visit) delivered a working demo instead of an incomplete multi-field prototype.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4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</a:rPr>
              <a:t>Stakeholder Feedback Drives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1655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Nirav Merchant's patient-safety concern produced the most impactful design decision in the project (confirm-before-fill). Engage stakeholders early and often.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12080"/>
            <a:ext cx="731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257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4ED8"/>
                </a:solidFill>
              </a:rPr>
              <a:t>Foundation for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5099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More fields, MedASR/MedWhisper models, WebRTC noise suppression, SOAP notes, and HIPAA documentation are natural next steps from a solid working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</a:rPr>
              <a:t>Thank you.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